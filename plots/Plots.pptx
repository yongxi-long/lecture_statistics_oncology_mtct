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8" r:id="rId2"/>
    <p:sldId id="309" r:id="rId3"/>
    <p:sldId id="310" r:id="rId4"/>
    <p:sldId id="311" r:id="rId5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F4F0DE-7072-4EE8-9561-65F9827D1337}" v="1" dt="2024-10-01T12:55:39.4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ng, Y. (MSTAT)" userId="a0afde0d-e384-4023-8c49-30ac6a9af41b" providerId="ADAL" clId="{65F4F0DE-7072-4EE8-9561-65F9827D1337}"/>
    <pc:docChg chg="addSld delSld modSld">
      <pc:chgData name="Long, Y. (MSTAT)" userId="a0afde0d-e384-4023-8c49-30ac6a9af41b" providerId="ADAL" clId="{65F4F0DE-7072-4EE8-9561-65F9827D1337}" dt="2024-10-01T12:55:41.350" v="2" actId="47"/>
      <pc:docMkLst>
        <pc:docMk/>
      </pc:docMkLst>
      <pc:sldChg chg="new del">
        <pc:chgData name="Long, Y. (MSTAT)" userId="a0afde0d-e384-4023-8c49-30ac6a9af41b" providerId="ADAL" clId="{65F4F0DE-7072-4EE8-9561-65F9827D1337}" dt="2024-10-01T12:55:41.350" v="2" actId="47"/>
        <pc:sldMkLst>
          <pc:docMk/>
          <pc:sldMk cId="1350311787" sldId="256"/>
        </pc:sldMkLst>
      </pc:sldChg>
      <pc:sldChg chg="add">
        <pc:chgData name="Long, Y. (MSTAT)" userId="a0afde0d-e384-4023-8c49-30ac6a9af41b" providerId="ADAL" clId="{65F4F0DE-7072-4EE8-9561-65F9827D1337}" dt="2024-10-01T12:55:39.477" v="1"/>
        <pc:sldMkLst>
          <pc:docMk/>
          <pc:sldMk cId="2576212187" sldId="308"/>
        </pc:sldMkLst>
      </pc:sldChg>
      <pc:sldChg chg="add">
        <pc:chgData name="Long, Y. (MSTAT)" userId="a0afde0d-e384-4023-8c49-30ac6a9af41b" providerId="ADAL" clId="{65F4F0DE-7072-4EE8-9561-65F9827D1337}" dt="2024-10-01T12:55:39.477" v="1"/>
        <pc:sldMkLst>
          <pc:docMk/>
          <pc:sldMk cId="63665533" sldId="30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3CC38-B79F-A90A-A9B6-156A76843F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D396AD-B2F0-3669-08D6-88BE6134B6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D3399-3BB7-9ECF-4976-9921E8122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493A-EB1B-474D-939F-11C39CB1176C}" type="datetimeFigureOut">
              <a:rPr lang="nl-NL" smtClean="0"/>
              <a:t>2-10-2025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0D341-977B-0821-0D71-8DDEA00D2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EA002-6F00-5383-53EA-27B2D1C90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7F40-7681-4765-BCDD-B24582199AC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89437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DAAA4-1A0B-A6CF-25DA-2A702FCC4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DABD7-C07B-31A9-6CE4-1432EA44B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E3A95-D6F2-EEBD-4319-6C17A119A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493A-EB1B-474D-939F-11C39CB1176C}" type="datetimeFigureOut">
              <a:rPr lang="nl-NL" smtClean="0"/>
              <a:t>2-10-2025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22FA0-08FD-3297-F3C3-90799DD3E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D498F-2A95-0FF2-2DA4-A59E2C7E3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7F40-7681-4765-BCDD-B24582199AC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10952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863FA-2F99-0507-C9FC-3B43A598C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53823-4072-EE38-D5E3-4B7C36ADD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0D056-FC67-1DAB-C43B-6AE62A572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493A-EB1B-474D-939F-11C39CB1176C}" type="datetimeFigureOut">
              <a:rPr lang="nl-NL" smtClean="0"/>
              <a:t>2-10-2025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E89E4-D634-03AA-C873-A1836C918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D6E3B-34BF-59E4-A714-3CAED907D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7F40-7681-4765-BCDD-B24582199AC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24981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1D7FE-DD14-A3A2-58F7-8F228E4BE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A01A3-6163-13A3-24BA-DA09F87A9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EE2ABB-2C1C-6174-58DF-44EC5C940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3735AB-A2FF-D888-68EC-DCA90113F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493A-EB1B-474D-939F-11C39CB1176C}" type="datetimeFigureOut">
              <a:rPr lang="nl-NL" smtClean="0"/>
              <a:t>2-10-2025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FA31FA-2A40-FE22-2CB5-FF49F8692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18784-475F-16E3-344B-12EB1F9D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7F40-7681-4765-BCDD-B24582199AC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8942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02C49-8C5B-8357-9FD8-4DA401E44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A1A61-3076-5C97-85BD-2F749FC1C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B21B3C-B5A3-7993-F546-83881389B5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AC40BC-AB05-64FC-922D-02B6B9255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18CFB5-AAF8-42DD-491B-F822A9152C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5FF1D1-8F0B-65C9-7E46-5182F6928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493A-EB1B-474D-939F-11C39CB1176C}" type="datetimeFigureOut">
              <a:rPr lang="nl-NL" smtClean="0"/>
              <a:t>2-10-2025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FF5623-90AB-5B52-768F-74F904CC0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0CC4BF-154A-6D8C-8DF7-C413828B4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7F40-7681-4765-BCDD-B24582199AC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87125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1D8C5-6231-7A6A-3B1F-5E970B138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08D244-969A-E057-8306-CCA6FD237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493A-EB1B-474D-939F-11C39CB1176C}" type="datetimeFigureOut">
              <a:rPr lang="nl-NL" smtClean="0"/>
              <a:t>2-10-2025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A2A11C-6C2C-E224-E75F-0C2EEAA23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CF23D6-F88A-4B06-5BFE-FADB65817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7F40-7681-4765-BCDD-B24582199AC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31606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19E84D-AC83-E485-FF65-381BAE762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493A-EB1B-474D-939F-11C39CB1176C}" type="datetimeFigureOut">
              <a:rPr lang="nl-NL" smtClean="0"/>
              <a:t>2-10-2025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FC6E68-221F-D0B3-0AB3-BE583C4B5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17727-D340-949A-05BF-BCAC821DA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7F40-7681-4765-BCDD-B24582199AC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57257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3184-8403-5222-7BEA-D6B9A6032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0E656-9C45-A0D4-8CF1-963AE1642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8BB23-A3D4-7794-DC95-062D8FBF6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923A81-4E7E-7E17-F16B-9F98F2C41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493A-EB1B-474D-939F-11C39CB1176C}" type="datetimeFigureOut">
              <a:rPr lang="nl-NL" smtClean="0"/>
              <a:t>2-10-2025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280D6B-E98A-2E56-7716-E6ED57B90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E7D084-1F76-D3DC-2FB1-D1E1A3720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7F40-7681-4765-BCDD-B24582199AC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48128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9126F-8370-60FF-E2B9-0B1BC25B9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5672EA-0EF5-7A03-C4DD-C703D8BA44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F4D5D9-23BC-7D2A-58C9-880409ECDD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97E17-1C84-F310-94A6-C1682251C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493A-EB1B-474D-939F-11C39CB1176C}" type="datetimeFigureOut">
              <a:rPr lang="nl-NL" smtClean="0"/>
              <a:t>2-10-2025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78698A-488E-1C89-967C-50225B5DB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DDD382-AEEC-C6A0-8E2B-1FE859FD8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7F40-7681-4765-BCDD-B24582199AC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8387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696C2-F60C-7248-0628-8B1277B25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D0B86A-1676-ABBC-5314-AF17CF6CA8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25FB9-1DE7-723B-8CD0-2A0AEC794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493A-EB1B-474D-939F-11C39CB1176C}" type="datetimeFigureOut">
              <a:rPr lang="nl-NL" smtClean="0"/>
              <a:t>2-10-2025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1F1D1-6F11-FD99-17D0-22552294D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87CFE-F2F5-064B-27B3-7163F70BE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7F40-7681-4765-BCDD-B24582199AC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68938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43E3B1-170F-99D4-9A5E-AFCE0B7A52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A6C05F-4D7E-888F-F66B-C21AB8C3B0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17D27-9C2E-A5F5-27AF-66E3D9251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493A-EB1B-474D-939F-11C39CB1176C}" type="datetimeFigureOut">
              <a:rPr lang="nl-NL" smtClean="0"/>
              <a:t>2-10-2025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58FFE-BCF8-5D8F-A9CC-35EEE04D4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52EBB-9BA7-D558-8D8F-01810E9E7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7F40-7681-4765-BCDD-B24582199AC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84909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2200CF-3E9E-91B3-D899-97058DFC1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8E7E6-BD56-D6BE-BC17-F4B41B079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7AB3B-74EB-D81C-3746-C5972409C0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F493A-EB1B-474D-939F-11C39CB1176C}" type="datetimeFigureOut">
              <a:rPr lang="nl-NL" smtClean="0"/>
              <a:t>2-10-2025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D7744-F9D3-45BB-39CA-D3020EE853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71A28-DC78-4F19-0BAF-26E1E4C1A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A7F40-7681-4765-BCDD-B24582199AC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79742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Man with solid fill">
            <a:extLst>
              <a:ext uri="{FF2B5EF4-FFF2-40B4-BE49-F238E27FC236}">
                <a16:creationId xmlns:a16="http://schemas.microsoft.com/office/drawing/2014/main" id="{F82DF648-5EA9-AF26-7C56-334C0E4908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63233" y="1358899"/>
            <a:ext cx="512233" cy="512233"/>
          </a:xfrm>
          <a:prstGeom prst="rect">
            <a:avLst/>
          </a:prstGeom>
        </p:spPr>
      </p:pic>
      <p:pic>
        <p:nvPicPr>
          <p:cNvPr id="6" name="Graphic 5" descr="Man with solid fill">
            <a:extLst>
              <a:ext uri="{FF2B5EF4-FFF2-40B4-BE49-F238E27FC236}">
                <a16:creationId xmlns:a16="http://schemas.microsoft.com/office/drawing/2014/main" id="{D14BDCB5-AE0E-3DEC-0249-0F93CF178D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63233" y="723899"/>
            <a:ext cx="512233" cy="512233"/>
          </a:xfrm>
          <a:prstGeom prst="rect">
            <a:avLst/>
          </a:prstGeom>
        </p:spPr>
      </p:pic>
      <p:pic>
        <p:nvPicPr>
          <p:cNvPr id="8" name="Graphic 7" descr="Man with solid fill">
            <a:extLst>
              <a:ext uri="{FF2B5EF4-FFF2-40B4-BE49-F238E27FC236}">
                <a16:creationId xmlns:a16="http://schemas.microsoft.com/office/drawing/2014/main" id="{2B3089A0-D188-EC1D-CB3A-89561787D9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0184" y="723899"/>
            <a:ext cx="512233" cy="512233"/>
          </a:xfrm>
          <a:prstGeom prst="rect">
            <a:avLst/>
          </a:prstGeom>
        </p:spPr>
      </p:pic>
      <p:pic>
        <p:nvPicPr>
          <p:cNvPr id="10" name="Graphic 9" descr="Man with solid fill">
            <a:extLst>
              <a:ext uri="{FF2B5EF4-FFF2-40B4-BE49-F238E27FC236}">
                <a16:creationId xmlns:a16="http://schemas.microsoft.com/office/drawing/2014/main" id="{082109FB-BEA5-3853-C194-B2A6DD272F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0184" y="1358899"/>
            <a:ext cx="512233" cy="512233"/>
          </a:xfrm>
          <a:prstGeom prst="rect">
            <a:avLst/>
          </a:prstGeom>
        </p:spPr>
      </p:pic>
      <p:pic>
        <p:nvPicPr>
          <p:cNvPr id="16" name="Graphic 15" descr="Man with solid fill">
            <a:extLst>
              <a:ext uri="{FF2B5EF4-FFF2-40B4-BE49-F238E27FC236}">
                <a16:creationId xmlns:a16="http://schemas.microsoft.com/office/drawing/2014/main" id="{33D9942D-EAB7-8518-05BE-1574784843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36282" y="1358899"/>
            <a:ext cx="512233" cy="512233"/>
          </a:xfrm>
          <a:prstGeom prst="rect">
            <a:avLst/>
          </a:prstGeom>
        </p:spPr>
      </p:pic>
      <p:pic>
        <p:nvPicPr>
          <p:cNvPr id="18" name="Graphic 17" descr="Man with solid fill">
            <a:extLst>
              <a:ext uri="{FF2B5EF4-FFF2-40B4-BE49-F238E27FC236}">
                <a16:creationId xmlns:a16="http://schemas.microsoft.com/office/drawing/2014/main" id="{0D7B9F91-ABC3-176B-C067-2FD8B8A5B9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36282" y="723899"/>
            <a:ext cx="512233" cy="512233"/>
          </a:xfrm>
          <a:prstGeom prst="rect">
            <a:avLst/>
          </a:prstGeom>
        </p:spPr>
      </p:pic>
      <p:pic>
        <p:nvPicPr>
          <p:cNvPr id="20" name="Graphic 19" descr="Man with solid fill">
            <a:extLst>
              <a:ext uri="{FF2B5EF4-FFF2-40B4-BE49-F238E27FC236}">
                <a16:creationId xmlns:a16="http://schemas.microsoft.com/office/drawing/2014/main" id="{F512BEFA-234A-3E6F-9F43-369420D083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09331" y="723899"/>
            <a:ext cx="512233" cy="512233"/>
          </a:xfrm>
          <a:prstGeom prst="rect">
            <a:avLst/>
          </a:prstGeom>
        </p:spPr>
      </p:pic>
      <p:pic>
        <p:nvPicPr>
          <p:cNvPr id="26" name="Graphic 25" descr="Man with solid fill">
            <a:extLst>
              <a:ext uri="{FF2B5EF4-FFF2-40B4-BE49-F238E27FC236}">
                <a16:creationId xmlns:a16="http://schemas.microsoft.com/office/drawing/2014/main" id="{A76057F2-C81F-8347-DE7C-01C9B39821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5602" y="723899"/>
            <a:ext cx="512233" cy="512233"/>
          </a:xfrm>
          <a:prstGeom prst="rect">
            <a:avLst/>
          </a:prstGeom>
        </p:spPr>
      </p:pic>
      <p:pic>
        <p:nvPicPr>
          <p:cNvPr id="27" name="Graphic 26" descr="Man with solid fill">
            <a:extLst>
              <a:ext uri="{FF2B5EF4-FFF2-40B4-BE49-F238E27FC236}">
                <a16:creationId xmlns:a16="http://schemas.microsoft.com/office/drawing/2014/main" id="{AD404253-01B9-261E-9482-626BFBFCB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5602" y="1358899"/>
            <a:ext cx="512233" cy="512233"/>
          </a:xfrm>
          <a:prstGeom prst="rect">
            <a:avLst/>
          </a:prstGeom>
        </p:spPr>
      </p:pic>
      <p:pic>
        <p:nvPicPr>
          <p:cNvPr id="28" name="Graphic 27" descr="Man with solid fill">
            <a:extLst>
              <a:ext uri="{FF2B5EF4-FFF2-40B4-BE49-F238E27FC236}">
                <a16:creationId xmlns:a16="http://schemas.microsoft.com/office/drawing/2014/main" id="{8F9E64C3-1DD7-0698-2702-BA8E897968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09331" y="1358899"/>
            <a:ext cx="512233" cy="512233"/>
          </a:xfrm>
          <a:prstGeom prst="rect">
            <a:avLst/>
          </a:prstGeom>
        </p:spPr>
      </p:pic>
      <p:pic>
        <p:nvPicPr>
          <p:cNvPr id="29" name="Graphic 28" descr="Man with solid fill">
            <a:extLst>
              <a:ext uri="{FF2B5EF4-FFF2-40B4-BE49-F238E27FC236}">
                <a16:creationId xmlns:a16="http://schemas.microsoft.com/office/drawing/2014/main" id="{D2A63EE2-6296-6EC9-DC42-E8C2B028BF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80165" y="2916767"/>
            <a:ext cx="512233" cy="512233"/>
          </a:xfrm>
          <a:prstGeom prst="rect">
            <a:avLst/>
          </a:prstGeom>
        </p:spPr>
      </p:pic>
      <p:pic>
        <p:nvPicPr>
          <p:cNvPr id="30" name="Graphic 29" descr="Man with solid fill">
            <a:extLst>
              <a:ext uri="{FF2B5EF4-FFF2-40B4-BE49-F238E27FC236}">
                <a16:creationId xmlns:a16="http://schemas.microsoft.com/office/drawing/2014/main" id="{8E16EE8B-3690-EAC6-D6C8-9A704A82E4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80165" y="2281767"/>
            <a:ext cx="512233" cy="512233"/>
          </a:xfrm>
          <a:prstGeom prst="rect">
            <a:avLst/>
          </a:prstGeom>
        </p:spPr>
      </p:pic>
      <p:pic>
        <p:nvPicPr>
          <p:cNvPr id="31" name="Graphic 30" descr="Man with solid fill">
            <a:extLst>
              <a:ext uri="{FF2B5EF4-FFF2-40B4-BE49-F238E27FC236}">
                <a16:creationId xmlns:a16="http://schemas.microsoft.com/office/drawing/2014/main" id="{ABF39805-1838-9DD7-9BB4-5C6210F72E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07116" y="2281767"/>
            <a:ext cx="512233" cy="512233"/>
          </a:xfrm>
          <a:prstGeom prst="rect">
            <a:avLst/>
          </a:prstGeom>
        </p:spPr>
      </p:pic>
      <p:pic>
        <p:nvPicPr>
          <p:cNvPr id="32" name="Graphic 31" descr="Man with solid fill">
            <a:extLst>
              <a:ext uri="{FF2B5EF4-FFF2-40B4-BE49-F238E27FC236}">
                <a16:creationId xmlns:a16="http://schemas.microsoft.com/office/drawing/2014/main" id="{F386DDD7-5EAD-F9F4-7AF2-98B6535D9A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07116" y="2916767"/>
            <a:ext cx="512233" cy="512233"/>
          </a:xfrm>
          <a:prstGeom prst="rect">
            <a:avLst/>
          </a:prstGeom>
        </p:spPr>
      </p:pic>
      <p:pic>
        <p:nvPicPr>
          <p:cNvPr id="33" name="Graphic 32" descr="Man with solid fill">
            <a:extLst>
              <a:ext uri="{FF2B5EF4-FFF2-40B4-BE49-F238E27FC236}">
                <a16:creationId xmlns:a16="http://schemas.microsoft.com/office/drawing/2014/main" id="{F0B2C851-23B2-83E6-2C94-EF2B4B93EF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53214" y="2916767"/>
            <a:ext cx="512233" cy="512233"/>
          </a:xfrm>
          <a:prstGeom prst="rect">
            <a:avLst/>
          </a:prstGeom>
        </p:spPr>
      </p:pic>
      <p:pic>
        <p:nvPicPr>
          <p:cNvPr id="34" name="Graphic 33" descr="Man with solid fill">
            <a:extLst>
              <a:ext uri="{FF2B5EF4-FFF2-40B4-BE49-F238E27FC236}">
                <a16:creationId xmlns:a16="http://schemas.microsoft.com/office/drawing/2014/main" id="{7DE9B786-8B61-461C-3972-A180A332BD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53214" y="2281767"/>
            <a:ext cx="512233" cy="512233"/>
          </a:xfrm>
          <a:prstGeom prst="rect">
            <a:avLst/>
          </a:prstGeom>
        </p:spPr>
      </p:pic>
      <p:pic>
        <p:nvPicPr>
          <p:cNvPr id="35" name="Graphic 34" descr="Man with solid fill">
            <a:extLst>
              <a:ext uri="{FF2B5EF4-FFF2-40B4-BE49-F238E27FC236}">
                <a16:creationId xmlns:a16="http://schemas.microsoft.com/office/drawing/2014/main" id="{7117328F-14D3-C958-648B-A124FC2667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26263" y="2281767"/>
            <a:ext cx="512233" cy="512233"/>
          </a:xfrm>
          <a:prstGeom prst="rect">
            <a:avLst/>
          </a:prstGeom>
        </p:spPr>
      </p:pic>
      <p:pic>
        <p:nvPicPr>
          <p:cNvPr id="36" name="Graphic 35" descr="Man with solid fill">
            <a:extLst>
              <a:ext uri="{FF2B5EF4-FFF2-40B4-BE49-F238E27FC236}">
                <a16:creationId xmlns:a16="http://schemas.microsoft.com/office/drawing/2014/main" id="{6582C64D-C916-A2BB-2F43-8A8D440D23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2534" y="2281767"/>
            <a:ext cx="512233" cy="512233"/>
          </a:xfrm>
          <a:prstGeom prst="rect">
            <a:avLst/>
          </a:prstGeom>
        </p:spPr>
      </p:pic>
      <p:pic>
        <p:nvPicPr>
          <p:cNvPr id="37" name="Graphic 36" descr="Man with solid fill">
            <a:extLst>
              <a:ext uri="{FF2B5EF4-FFF2-40B4-BE49-F238E27FC236}">
                <a16:creationId xmlns:a16="http://schemas.microsoft.com/office/drawing/2014/main" id="{265FB25A-B301-F1ED-BDF9-4636AAB2DC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2534" y="2916767"/>
            <a:ext cx="512233" cy="512233"/>
          </a:xfrm>
          <a:prstGeom prst="rect">
            <a:avLst/>
          </a:prstGeom>
        </p:spPr>
      </p:pic>
      <p:pic>
        <p:nvPicPr>
          <p:cNvPr id="38" name="Graphic 37" descr="Man with solid fill">
            <a:extLst>
              <a:ext uri="{FF2B5EF4-FFF2-40B4-BE49-F238E27FC236}">
                <a16:creationId xmlns:a16="http://schemas.microsoft.com/office/drawing/2014/main" id="{700EE68F-9B4F-515E-1422-81505D848C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26263" y="2916767"/>
            <a:ext cx="512233" cy="51223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7DB8EF3-B66A-3C2C-6A16-E6CFF511A985}"/>
              </a:ext>
            </a:extLst>
          </p:cNvPr>
          <p:cNvSpPr txBox="1"/>
          <p:nvPr/>
        </p:nvSpPr>
        <p:spPr>
          <a:xfrm>
            <a:off x="2948515" y="3802391"/>
            <a:ext cx="14318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prognosis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0C904C-AC23-06D3-7D5A-5707FD40622E}"/>
              </a:ext>
            </a:extLst>
          </p:cNvPr>
          <p:cNvSpPr txBox="1"/>
          <p:nvPr/>
        </p:nvSpPr>
        <p:spPr>
          <a:xfrm>
            <a:off x="1932164" y="3802391"/>
            <a:ext cx="14318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prognosis</a:t>
            </a:r>
          </a:p>
        </p:txBody>
      </p:sp>
      <p:pic>
        <p:nvPicPr>
          <p:cNvPr id="41" name="Graphic 40" descr="Man with solid fill">
            <a:extLst>
              <a:ext uri="{FF2B5EF4-FFF2-40B4-BE49-F238E27FC236}">
                <a16:creationId xmlns:a16="http://schemas.microsoft.com/office/drawing/2014/main" id="{13970F93-0A8A-12A7-FBC0-3F69C87F45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2713685" y="3867631"/>
            <a:ext cx="346159" cy="346159"/>
          </a:xfrm>
          <a:prstGeom prst="rect">
            <a:avLst/>
          </a:prstGeom>
        </p:spPr>
      </p:pic>
      <p:pic>
        <p:nvPicPr>
          <p:cNvPr id="42" name="Graphic 41" descr="Man with solid fill">
            <a:extLst>
              <a:ext uri="{FF2B5EF4-FFF2-40B4-BE49-F238E27FC236}">
                <a16:creationId xmlns:a16="http://schemas.microsoft.com/office/drawing/2014/main" id="{F7313148-E34F-A317-65E1-CE7F3104D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690972" y="3890922"/>
            <a:ext cx="346159" cy="346159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BCC3F64-4C08-1F5F-CFBB-400778ADA362}"/>
              </a:ext>
            </a:extLst>
          </p:cNvPr>
          <p:cNvCxnSpPr/>
          <p:nvPr/>
        </p:nvCxnSpPr>
        <p:spPr>
          <a:xfrm>
            <a:off x="508000" y="2044700"/>
            <a:ext cx="10325100" cy="0"/>
          </a:xfrm>
          <a:prstGeom prst="line">
            <a:avLst/>
          </a:prstGeom>
          <a:ln w="19050">
            <a:solidFill>
              <a:srgbClr val="1F4E7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CB8C560-F043-2EE2-C8BF-C87121289C4C}"/>
              </a:ext>
            </a:extLst>
          </p:cNvPr>
          <p:cNvSpPr txBox="1"/>
          <p:nvPr/>
        </p:nvSpPr>
        <p:spPr>
          <a:xfrm>
            <a:off x="458373" y="1018787"/>
            <a:ext cx="1431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Everolimus</a:t>
            </a:r>
            <a:endParaRPr lang="en-US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B08B0A3-182B-B0BA-5726-1F66F32CAAB7}"/>
              </a:ext>
            </a:extLst>
          </p:cNvPr>
          <p:cNvSpPr txBox="1"/>
          <p:nvPr/>
        </p:nvSpPr>
        <p:spPr>
          <a:xfrm>
            <a:off x="458373" y="2554214"/>
            <a:ext cx="1431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Placebo</a:t>
            </a:r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D4BA56C1-BB91-EEF8-E26D-63A73675BB38}"/>
              </a:ext>
            </a:extLst>
          </p:cNvPr>
          <p:cNvSpPr/>
          <p:nvPr/>
        </p:nvSpPr>
        <p:spPr>
          <a:xfrm>
            <a:off x="3831168" y="1514935"/>
            <a:ext cx="2019300" cy="1039279"/>
          </a:xfrm>
          <a:prstGeom prst="rightArrow">
            <a:avLst/>
          </a:prstGeom>
          <a:solidFill>
            <a:srgbClr val="8BB1DD"/>
          </a:solidFill>
          <a:ln>
            <a:solidFill>
              <a:srgbClr val="ADC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9BB5738-97D3-26FF-CD91-93440F6E1FB9}"/>
              </a:ext>
            </a:extLst>
          </p:cNvPr>
          <p:cNvSpPr txBox="1"/>
          <p:nvPr/>
        </p:nvSpPr>
        <p:spPr>
          <a:xfrm>
            <a:off x="3934409" y="1849908"/>
            <a:ext cx="1916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years follow-up</a:t>
            </a:r>
          </a:p>
        </p:txBody>
      </p:sp>
      <p:pic>
        <p:nvPicPr>
          <p:cNvPr id="52" name="Graphic 51" descr="Man with solid fill">
            <a:extLst>
              <a:ext uri="{FF2B5EF4-FFF2-40B4-BE49-F238E27FC236}">
                <a16:creationId xmlns:a16="http://schemas.microsoft.com/office/drawing/2014/main" id="{BF665674-D1A8-010A-712E-736CC9B332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771" y="1397670"/>
            <a:ext cx="512233" cy="512233"/>
          </a:xfrm>
          <a:prstGeom prst="rect">
            <a:avLst/>
          </a:prstGeom>
        </p:spPr>
      </p:pic>
      <p:pic>
        <p:nvPicPr>
          <p:cNvPr id="53" name="Graphic 52" descr="Man with solid fill">
            <a:extLst>
              <a:ext uri="{FF2B5EF4-FFF2-40B4-BE49-F238E27FC236}">
                <a16:creationId xmlns:a16="http://schemas.microsoft.com/office/drawing/2014/main" id="{99F2FAA0-0487-5B79-47DB-48A72CD3D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771" y="762670"/>
            <a:ext cx="512233" cy="512233"/>
          </a:xfrm>
          <a:prstGeom prst="rect">
            <a:avLst/>
          </a:prstGeom>
        </p:spPr>
      </p:pic>
      <p:pic>
        <p:nvPicPr>
          <p:cNvPr id="54" name="Graphic 53" descr="Man with solid fill">
            <a:extLst>
              <a:ext uri="{FF2B5EF4-FFF2-40B4-BE49-F238E27FC236}">
                <a16:creationId xmlns:a16="http://schemas.microsoft.com/office/drawing/2014/main" id="{13AEA4B1-1FB8-84F9-1949-E6503DE91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7722" y="762670"/>
            <a:ext cx="512233" cy="512233"/>
          </a:xfrm>
          <a:prstGeom prst="rect">
            <a:avLst/>
          </a:prstGeom>
        </p:spPr>
      </p:pic>
      <p:pic>
        <p:nvPicPr>
          <p:cNvPr id="55" name="Graphic 54" descr="Man with solid fill">
            <a:extLst>
              <a:ext uri="{FF2B5EF4-FFF2-40B4-BE49-F238E27FC236}">
                <a16:creationId xmlns:a16="http://schemas.microsoft.com/office/drawing/2014/main" id="{A1987844-FCCB-98DA-81BD-8EA786D2D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7722" y="1397670"/>
            <a:ext cx="512233" cy="512233"/>
          </a:xfrm>
          <a:prstGeom prst="rect">
            <a:avLst/>
          </a:prstGeom>
        </p:spPr>
      </p:pic>
      <p:pic>
        <p:nvPicPr>
          <p:cNvPr id="56" name="Graphic 55" descr="Man with solid fill">
            <a:extLst>
              <a:ext uri="{FF2B5EF4-FFF2-40B4-BE49-F238E27FC236}">
                <a16:creationId xmlns:a16="http://schemas.microsoft.com/office/drawing/2014/main" id="{F86D00AF-31C2-3EAE-27C7-B3C8C0BAC6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53820" y="1397670"/>
            <a:ext cx="512233" cy="512233"/>
          </a:xfrm>
          <a:prstGeom prst="rect">
            <a:avLst/>
          </a:prstGeom>
        </p:spPr>
      </p:pic>
      <p:pic>
        <p:nvPicPr>
          <p:cNvPr id="57" name="Graphic 56" descr="Man with solid fill">
            <a:extLst>
              <a:ext uri="{FF2B5EF4-FFF2-40B4-BE49-F238E27FC236}">
                <a16:creationId xmlns:a16="http://schemas.microsoft.com/office/drawing/2014/main" id="{D4B4A909-CFE2-6484-DFC4-64EA9F8E90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53820" y="762670"/>
            <a:ext cx="512233" cy="512233"/>
          </a:xfrm>
          <a:prstGeom prst="rect">
            <a:avLst/>
          </a:prstGeom>
        </p:spPr>
      </p:pic>
      <p:pic>
        <p:nvPicPr>
          <p:cNvPr id="58" name="Graphic 57" descr="Man with solid fill">
            <a:extLst>
              <a:ext uri="{FF2B5EF4-FFF2-40B4-BE49-F238E27FC236}">
                <a16:creationId xmlns:a16="http://schemas.microsoft.com/office/drawing/2014/main" id="{82A14379-7C80-5ACA-4D9D-6A33D6B71B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6869" y="762670"/>
            <a:ext cx="512233" cy="512233"/>
          </a:xfrm>
          <a:prstGeom prst="rect">
            <a:avLst/>
          </a:prstGeom>
        </p:spPr>
      </p:pic>
      <p:pic>
        <p:nvPicPr>
          <p:cNvPr id="59" name="Graphic 58" descr="Man with solid fill">
            <a:extLst>
              <a:ext uri="{FF2B5EF4-FFF2-40B4-BE49-F238E27FC236}">
                <a16:creationId xmlns:a16="http://schemas.microsoft.com/office/drawing/2014/main" id="{FBB7AFCD-9E07-2201-D35F-94A27A3106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43140" y="762670"/>
            <a:ext cx="512233" cy="512233"/>
          </a:xfrm>
          <a:prstGeom prst="rect">
            <a:avLst/>
          </a:prstGeom>
        </p:spPr>
      </p:pic>
      <p:pic>
        <p:nvPicPr>
          <p:cNvPr id="60" name="Graphic 59" descr="Man with solid fill">
            <a:extLst>
              <a:ext uri="{FF2B5EF4-FFF2-40B4-BE49-F238E27FC236}">
                <a16:creationId xmlns:a16="http://schemas.microsoft.com/office/drawing/2014/main" id="{D8524899-436C-53BB-FED3-07317B34F1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43140" y="1397670"/>
            <a:ext cx="512233" cy="512233"/>
          </a:xfrm>
          <a:prstGeom prst="rect">
            <a:avLst/>
          </a:prstGeom>
        </p:spPr>
      </p:pic>
      <p:pic>
        <p:nvPicPr>
          <p:cNvPr id="61" name="Graphic 60" descr="Man with solid fill">
            <a:extLst>
              <a:ext uri="{FF2B5EF4-FFF2-40B4-BE49-F238E27FC236}">
                <a16:creationId xmlns:a16="http://schemas.microsoft.com/office/drawing/2014/main" id="{1FF6B70E-232A-1701-B970-DBD219972A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6869" y="1397670"/>
            <a:ext cx="512233" cy="512233"/>
          </a:xfrm>
          <a:prstGeom prst="rect">
            <a:avLst/>
          </a:prstGeom>
        </p:spPr>
      </p:pic>
      <p:pic>
        <p:nvPicPr>
          <p:cNvPr id="62" name="Graphic 61" descr="Man with solid fill">
            <a:extLst>
              <a:ext uri="{FF2B5EF4-FFF2-40B4-BE49-F238E27FC236}">
                <a16:creationId xmlns:a16="http://schemas.microsoft.com/office/drawing/2014/main" id="{E83C0537-53CD-C198-60E1-E032CBA338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97703" y="2955538"/>
            <a:ext cx="512233" cy="512233"/>
          </a:xfrm>
          <a:prstGeom prst="rect">
            <a:avLst/>
          </a:prstGeom>
        </p:spPr>
      </p:pic>
      <p:pic>
        <p:nvPicPr>
          <p:cNvPr id="63" name="Graphic 62" descr="Man with solid fill">
            <a:extLst>
              <a:ext uri="{FF2B5EF4-FFF2-40B4-BE49-F238E27FC236}">
                <a16:creationId xmlns:a16="http://schemas.microsoft.com/office/drawing/2014/main" id="{3A5A4F1F-3108-EC36-BBFD-25CEC8767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97703" y="2320538"/>
            <a:ext cx="512233" cy="512233"/>
          </a:xfrm>
          <a:prstGeom prst="rect">
            <a:avLst/>
          </a:prstGeom>
        </p:spPr>
      </p:pic>
      <p:pic>
        <p:nvPicPr>
          <p:cNvPr id="64" name="Graphic 63" descr="Man with solid fill">
            <a:extLst>
              <a:ext uri="{FF2B5EF4-FFF2-40B4-BE49-F238E27FC236}">
                <a16:creationId xmlns:a16="http://schemas.microsoft.com/office/drawing/2014/main" id="{A993B4D8-E0F9-B3D4-6C9C-5CEA83F398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4654" y="2320538"/>
            <a:ext cx="512233" cy="512233"/>
          </a:xfrm>
          <a:prstGeom prst="rect">
            <a:avLst/>
          </a:prstGeom>
        </p:spPr>
      </p:pic>
      <p:pic>
        <p:nvPicPr>
          <p:cNvPr id="65" name="Graphic 64" descr="Man with solid fill">
            <a:extLst>
              <a:ext uri="{FF2B5EF4-FFF2-40B4-BE49-F238E27FC236}">
                <a16:creationId xmlns:a16="http://schemas.microsoft.com/office/drawing/2014/main" id="{F9FB8B5C-F225-5861-4E53-22D24636F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4654" y="2955538"/>
            <a:ext cx="512233" cy="512233"/>
          </a:xfrm>
          <a:prstGeom prst="rect">
            <a:avLst/>
          </a:prstGeom>
        </p:spPr>
      </p:pic>
      <p:pic>
        <p:nvPicPr>
          <p:cNvPr id="66" name="Graphic 65" descr="Man with solid fill">
            <a:extLst>
              <a:ext uri="{FF2B5EF4-FFF2-40B4-BE49-F238E27FC236}">
                <a16:creationId xmlns:a16="http://schemas.microsoft.com/office/drawing/2014/main" id="{6E3AAB92-7C0D-19D9-23B8-53684EF5AB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70752" y="2955538"/>
            <a:ext cx="512233" cy="512233"/>
          </a:xfrm>
          <a:prstGeom prst="rect">
            <a:avLst/>
          </a:prstGeom>
        </p:spPr>
      </p:pic>
      <p:pic>
        <p:nvPicPr>
          <p:cNvPr id="67" name="Graphic 66" descr="Man with solid fill">
            <a:extLst>
              <a:ext uri="{FF2B5EF4-FFF2-40B4-BE49-F238E27FC236}">
                <a16:creationId xmlns:a16="http://schemas.microsoft.com/office/drawing/2014/main" id="{5DC75460-8B5D-5961-3BCF-129926FB82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70752" y="2320538"/>
            <a:ext cx="512233" cy="512233"/>
          </a:xfrm>
          <a:prstGeom prst="rect">
            <a:avLst/>
          </a:prstGeom>
        </p:spPr>
      </p:pic>
      <p:pic>
        <p:nvPicPr>
          <p:cNvPr id="68" name="Graphic 67" descr="Man with solid fill">
            <a:extLst>
              <a:ext uri="{FF2B5EF4-FFF2-40B4-BE49-F238E27FC236}">
                <a16:creationId xmlns:a16="http://schemas.microsoft.com/office/drawing/2014/main" id="{70CCEB62-710A-54CB-8134-83860E6B39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43801" y="2320538"/>
            <a:ext cx="512233" cy="512233"/>
          </a:xfrm>
          <a:prstGeom prst="rect">
            <a:avLst/>
          </a:prstGeom>
        </p:spPr>
      </p:pic>
      <p:pic>
        <p:nvPicPr>
          <p:cNvPr id="69" name="Graphic 68" descr="Man with solid fill">
            <a:extLst>
              <a:ext uri="{FF2B5EF4-FFF2-40B4-BE49-F238E27FC236}">
                <a16:creationId xmlns:a16="http://schemas.microsoft.com/office/drawing/2014/main" id="{FCDB4366-6D23-4766-0A31-6EEB432D45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0072" y="2320538"/>
            <a:ext cx="512233" cy="512233"/>
          </a:xfrm>
          <a:prstGeom prst="rect">
            <a:avLst/>
          </a:prstGeom>
        </p:spPr>
      </p:pic>
      <p:pic>
        <p:nvPicPr>
          <p:cNvPr id="70" name="Graphic 69" descr="Man with solid fill">
            <a:extLst>
              <a:ext uri="{FF2B5EF4-FFF2-40B4-BE49-F238E27FC236}">
                <a16:creationId xmlns:a16="http://schemas.microsoft.com/office/drawing/2014/main" id="{9F537A62-2278-A1F5-9FE0-B7F8B0B8B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0072" y="2955538"/>
            <a:ext cx="512233" cy="512233"/>
          </a:xfrm>
          <a:prstGeom prst="rect">
            <a:avLst/>
          </a:prstGeom>
        </p:spPr>
      </p:pic>
      <p:pic>
        <p:nvPicPr>
          <p:cNvPr id="71" name="Graphic 70" descr="Man with solid fill">
            <a:extLst>
              <a:ext uri="{FF2B5EF4-FFF2-40B4-BE49-F238E27FC236}">
                <a16:creationId xmlns:a16="http://schemas.microsoft.com/office/drawing/2014/main" id="{9F81F064-6F00-E97A-5B3C-98B117B3CA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43801" y="2955538"/>
            <a:ext cx="512233" cy="512233"/>
          </a:xfrm>
          <a:prstGeom prst="rect">
            <a:avLst/>
          </a:prstGeom>
        </p:spPr>
      </p:pic>
      <p:sp>
        <p:nvSpPr>
          <p:cNvPr id="72" name="Oval 71">
            <a:extLst>
              <a:ext uri="{FF2B5EF4-FFF2-40B4-BE49-F238E27FC236}">
                <a16:creationId xmlns:a16="http://schemas.microsoft.com/office/drawing/2014/main" id="{75133746-179E-1E8C-107F-A91D4C4EDA90}"/>
              </a:ext>
            </a:extLst>
          </p:cNvPr>
          <p:cNvSpPr/>
          <p:nvPr/>
        </p:nvSpPr>
        <p:spPr>
          <a:xfrm>
            <a:off x="6584958" y="919544"/>
            <a:ext cx="177798" cy="177798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ADEE9E4-18B1-A184-83A7-1FDD9AC0D100}"/>
              </a:ext>
            </a:extLst>
          </p:cNvPr>
          <p:cNvSpPr/>
          <p:nvPr/>
        </p:nvSpPr>
        <p:spPr>
          <a:xfrm>
            <a:off x="7440616" y="919544"/>
            <a:ext cx="177798" cy="177798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7EE4E2B1-7B77-3FE6-BD74-AEFB94A7C306}"/>
              </a:ext>
            </a:extLst>
          </p:cNvPr>
          <p:cNvSpPr/>
          <p:nvPr/>
        </p:nvSpPr>
        <p:spPr>
          <a:xfrm>
            <a:off x="7694086" y="919544"/>
            <a:ext cx="177798" cy="177798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1A1499A1-8CFB-9D21-9BF4-6C071AB1576B}"/>
              </a:ext>
            </a:extLst>
          </p:cNvPr>
          <p:cNvSpPr/>
          <p:nvPr/>
        </p:nvSpPr>
        <p:spPr>
          <a:xfrm>
            <a:off x="7440616" y="1535187"/>
            <a:ext cx="177798" cy="177798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A62C7C07-86F6-9623-8410-326951AE77AF}"/>
              </a:ext>
            </a:extLst>
          </p:cNvPr>
          <p:cNvSpPr/>
          <p:nvPr/>
        </p:nvSpPr>
        <p:spPr>
          <a:xfrm>
            <a:off x="6584958" y="2470082"/>
            <a:ext cx="177798" cy="177798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ADF74D12-2982-9A63-A35F-E72F3552B8A7}"/>
              </a:ext>
            </a:extLst>
          </p:cNvPr>
          <p:cNvSpPr/>
          <p:nvPr/>
        </p:nvSpPr>
        <p:spPr>
          <a:xfrm>
            <a:off x="7440616" y="2470082"/>
            <a:ext cx="177798" cy="177798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88C4D2DE-E741-0783-539A-4957A67B6CE4}"/>
              </a:ext>
            </a:extLst>
          </p:cNvPr>
          <p:cNvSpPr/>
          <p:nvPr/>
        </p:nvSpPr>
        <p:spPr>
          <a:xfrm>
            <a:off x="7694086" y="2470082"/>
            <a:ext cx="177798" cy="177798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DDE47CDE-A4B9-C283-52D8-865736E81D36}"/>
              </a:ext>
            </a:extLst>
          </p:cNvPr>
          <p:cNvSpPr/>
          <p:nvPr/>
        </p:nvSpPr>
        <p:spPr>
          <a:xfrm>
            <a:off x="7440616" y="3085725"/>
            <a:ext cx="177798" cy="177798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AE2586E-2A2E-86FF-716C-DA3EAB9AF735}"/>
              </a:ext>
            </a:extLst>
          </p:cNvPr>
          <p:cNvSpPr txBox="1"/>
          <p:nvPr/>
        </p:nvSpPr>
        <p:spPr>
          <a:xfrm>
            <a:off x="8056034" y="392666"/>
            <a:ext cx="2881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2-year survival probability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906438D-A63D-F255-386F-735F20617C9D}"/>
              </a:ext>
            </a:extLst>
          </p:cNvPr>
          <p:cNvSpPr txBox="1"/>
          <p:nvPr/>
        </p:nvSpPr>
        <p:spPr>
          <a:xfrm>
            <a:off x="8042008" y="1126220"/>
            <a:ext cx="2881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6/10 = 60%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8948BE4-853C-4F00-601B-A3324C08DC86}"/>
              </a:ext>
            </a:extLst>
          </p:cNvPr>
          <p:cNvSpPr txBox="1"/>
          <p:nvPr/>
        </p:nvSpPr>
        <p:spPr>
          <a:xfrm>
            <a:off x="8042008" y="2679700"/>
            <a:ext cx="2881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6/10 = 60%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06EFB73A-2769-25C8-1C9D-830830EF6843}"/>
              </a:ext>
            </a:extLst>
          </p:cNvPr>
          <p:cNvSpPr/>
          <p:nvPr/>
        </p:nvSpPr>
        <p:spPr>
          <a:xfrm>
            <a:off x="6584958" y="3951811"/>
            <a:ext cx="177798" cy="177798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AAD68AE-25B8-7603-E08A-A25E887B070C}"/>
              </a:ext>
            </a:extLst>
          </p:cNvPr>
          <p:cNvSpPr txBox="1"/>
          <p:nvPr/>
        </p:nvSpPr>
        <p:spPr>
          <a:xfrm>
            <a:off x="6810962" y="3890922"/>
            <a:ext cx="1431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Death</a:t>
            </a:r>
          </a:p>
        </p:txBody>
      </p:sp>
    </p:spTree>
    <p:extLst>
      <p:ext uri="{BB962C8B-B14F-4D97-AF65-F5344CB8AC3E}">
        <p14:creationId xmlns:p14="http://schemas.microsoft.com/office/powerpoint/2010/main" val="2576212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Man with solid fill">
            <a:extLst>
              <a:ext uri="{FF2B5EF4-FFF2-40B4-BE49-F238E27FC236}">
                <a16:creationId xmlns:a16="http://schemas.microsoft.com/office/drawing/2014/main" id="{F82DF648-5EA9-AF26-7C56-334C0E4908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63233" y="1358899"/>
            <a:ext cx="512233" cy="512233"/>
          </a:xfrm>
          <a:prstGeom prst="rect">
            <a:avLst/>
          </a:prstGeom>
        </p:spPr>
      </p:pic>
      <p:pic>
        <p:nvPicPr>
          <p:cNvPr id="6" name="Graphic 5" descr="Man with solid fill">
            <a:extLst>
              <a:ext uri="{FF2B5EF4-FFF2-40B4-BE49-F238E27FC236}">
                <a16:creationId xmlns:a16="http://schemas.microsoft.com/office/drawing/2014/main" id="{D14BDCB5-AE0E-3DEC-0249-0F93CF178D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63233" y="723899"/>
            <a:ext cx="512233" cy="512233"/>
          </a:xfrm>
          <a:prstGeom prst="rect">
            <a:avLst/>
          </a:prstGeom>
        </p:spPr>
      </p:pic>
      <p:pic>
        <p:nvPicPr>
          <p:cNvPr id="8" name="Graphic 7" descr="Man with solid fill">
            <a:extLst>
              <a:ext uri="{FF2B5EF4-FFF2-40B4-BE49-F238E27FC236}">
                <a16:creationId xmlns:a16="http://schemas.microsoft.com/office/drawing/2014/main" id="{2B3089A0-D188-EC1D-CB3A-89561787D9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0184" y="723899"/>
            <a:ext cx="512233" cy="512233"/>
          </a:xfrm>
          <a:prstGeom prst="rect">
            <a:avLst/>
          </a:prstGeom>
        </p:spPr>
      </p:pic>
      <p:pic>
        <p:nvPicPr>
          <p:cNvPr id="10" name="Graphic 9" descr="Man with solid fill">
            <a:extLst>
              <a:ext uri="{FF2B5EF4-FFF2-40B4-BE49-F238E27FC236}">
                <a16:creationId xmlns:a16="http://schemas.microsoft.com/office/drawing/2014/main" id="{082109FB-BEA5-3853-C194-B2A6DD272F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0184" y="1358899"/>
            <a:ext cx="512233" cy="512233"/>
          </a:xfrm>
          <a:prstGeom prst="rect">
            <a:avLst/>
          </a:prstGeom>
        </p:spPr>
      </p:pic>
      <p:pic>
        <p:nvPicPr>
          <p:cNvPr id="16" name="Graphic 15" descr="Man with solid fill">
            <a:extLst>
              <a:ext uri="{FF2B5EF4-FFF2-40B4-BE49-F238E27FC236}">
                <a16:creationId xmlns:a16="http://schemas.microsoft.com/office/drawing/2014/main" id="{33D9942D-EAB7-8518-05BE-1574784843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36282" y="1358899"/>
            <a:ext cx="512233" cy="512233"/>
          </a:xfrm>
          <a:prstGeom prst="rect">
            <a:avLst/>
          </a:prstGeom>
        </p:spPr>
      </p:pic>
      <p:pic>
        <p:nvPicPr>
          <p:cNvPr id="18" name="Graphic 17" descr="Man with solid fill">
            <a:extLst>
              <a:ext uri="{FF2B5EF4-FFF2-40B4-BE49-F238E27FC236}">
                <a16:creationId xmlns:a16="http://schemas.microsoft.com/office/drawing/2014/main" id="{0D7B9F91-ABC3-176B-C067-2FD8B8A5B9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36282" y="723899"/>
            <a:ext cx="512233" cy="512233"/>
          </a:xfrm>
          <a:prstGeom prst="rect">
            <a:avLst/>
          </a:prstGeom>
        </p:spPr>
      </p:pic>
      <p:pic>
        <p:nvPicPr>
          <p:cNvPr id="20" name="Graphic 19" descr="Man with solid fill">
            <a:extLst>
              <a:ext uri="{FF2B5EF4-FFF2-40B4-BE49-F238E27FC236}">
                <a16:creationId xmlns:a16="http://schemas.microsoft.com/office/drawing/2014/main" id="{F512BEFA-234A-3E6F-9F43-369420D083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09331" y="723899"/>
            <a:ext cx="512233" cy="512233"/>
          </a:xfrm>
          <a:prstGeom prst="rect">
            <a:avLst/>
          </a:prstGeom>
        </p:spPr>
      </p:pic>
      <p:pic>
        <p:nvPicPr>
          <p:cNvPr id="26" name="Graphic 25" descr="Man with solid fill">
            <a:extLst>
              <a:ext uri="{FF2B5EF4-FFF2-40B4-BE49-F238E27FC236}">
                <a16:creationId xmlns:a16="http://schemas.microsoft.com/office/drawing/2014/main" id="{A76057F2-C81F-8347-DE7C-01C9B39821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5602" y="723899"/>
            <a:ext cx="512233" cy="512233"/>
          </a:xfrm>
          <a:prstGeom prst="rect">
            <a:avLst/>
          </a:prstGeom>
        </p:spPr>
      </p:pic>
      <p:pic>
        <p:nvPicPr>
          <p:cNvPr id="27" name="Graphic 26" descr="Man with solid fill">
            <a:extLst>
              <a:ext uri="{FF2B5EF4-FFF2-40B4-BE49-F238E27FC236}">
                <a16:creationId xmlns:a16="http://schemas.microsoft.com/office/drawing/2014/main" id="{AD404253-01B9-261E-9482-626BFBFCB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5602" y="1358899"/>
            <a:ext cx="512233" cy="512233"/>
          </a:xfrm>
          <a:prstGeom prst="rect">
            <a:avLst/>
          </a:prstGeom>
        </p:spPr>
      </p:pic>
      <p:pic>
        <p:nvPicPr>
          <p:cNvPr id="28" name="Graphic 27" descr="Man with solid fill">
            <a:extLst>
              <a:ext uri="{FF2B5EF4-FFF2-40B4-BE49-F238E27FC236}">
                <a16:creationId xmlns:a16="http://schemas.microsoft.com/office/drawing/2014/main" id="{8F9E64C3-1DD7-0698-2702-BA8E897968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09331" y="1358899"/>
            <a:ext cx="512233" cy="512233"/>
          </a:xfrm>
          <a:prstGeom prst="rect">
            <a:avLst/>
          </a:prstGeom>
        </p:spPr>
      </p:pic>
      <p:pic>
        <p:nvPicPr>
          <p:cNvPr id="29" name="Graphic 28" descr="Man with solid fill">
            <a:extLst>
              <a:ext uri="{FF2B5EF4-FFF2-40B4-BE49-F238E27FC236}">
                <a16:creationId xmlns:a16="http://schemas.microsoft.com/office/drawing/2014/main" id="{D2A63EE2-6296-6EC9-DC42-E8C2B028BF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80165" y="2916767"/>
            <a:ext cx="512233" cy="512233"/>
          </a:xfrm>
          <a:prstGeom prst="rect">
            <a:avLst/>
          </a:prstGeom>
        </p:spPr>
      </p:pic>
      <p:pic>
        <p:nvPicPr>
          <p:cNvPr id="30" name="Graphic 29" descr="Man with solid fill">
            <a:extLst>
              <a:ext uri="{FF2B5EF4-FFF2-40B4-BE49-F238E27FC236}">
                <a16:creationId xmlns:a16="http://schemas.microsoft.com/office/drawing/2014/main" id="{8E16EE8B-3690-EAC6-D6C8-9A704A82E4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80165" y="2281767"/>
            <a:ext cx="512233" cy="512233"/>
          </a:xfrm>
          <a:prstGeom prst="rect">
            <a:avLst/>
          </a:prstGeom>
        </p:spPr>
      </p:pic>
      <p:pic>
        <p:nvPicPr>
          <p:cNvPr id="31" name="Graphic 30" descr="Man with solid fill">
            <a:extLst>
              <a:ext uri="{FF2B5EF4-FFF2-40B4-BE49-F238E27FC236}">
                <a16:creationId xmlns:a16="http://schemas.microsoft.com/office/drawing/2014/main" id="{ABF39805-1838-9DD7-9BB4-5C6210F72E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07116" y="2281767"/>
            <a:ext cx="512233" cy="512233"/>
          </a:xfrm>
          <a:prstGeom prst="rect">
            <a:avLst/>
          </a:prstGeom>
        </p:spPr>
      </p:pic>
      <p:pic>
        <p:nvPicPr>
          <p:cNvPr id="32" name="Graphic 31" descr="Man with solid fill">
            <a:extLst>
              <a:ext uri="{FF2B5EF4-FFF2-40B4-BE49-F238E27FC236}">
                <a16:creationId xmlns:a16="http://schemas.microsoft.com/office/drawing/2014/main" id="{F386DDD7-5EAD-F9F4-7AF2-98B6535D9A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07116" y="2916767"/>
            <a:ext cx="512233" cy="512233"/>
          </a:xfrm>
          <a:prstGeom prst="rect">
            <a:avLst/>
          </a:prstGeom>
        </p:spPr>
      </p:pic>
      <p:pic>
        <p:nvPicPr>
          <p:cNvPr id="33" name="Graphic 32" descr="Man with solid fill">
            <a:extLst>
              <a:ext uri="{FF2B5EF4-FFF2-40B4-BE49-F238E27FC236}">
                <a16:creationId xmlns:a16="http://schemas.microsoft.com/office/drawing/2014/main" id="{F0B2C851-23B2-83E6-2C94-EF2B4B93EF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53214" y="2916767"/>
            <a:ext cx="512233" cy="512233"/>
          </a:xfrm>
          <a:prstGeom prst="rect">
            <a:avLst/>
          </a:prstGeom>
        </p:spPr>
      </p:pic>
      <p:pic>
        <p:nvPicPr>
          <p:cNvPr id="34" name="Graphic 33" descr="Man with solid fill">
            <a:extLst>
              <a:ext uri="{FF2B5EF4-FFF2-40B4-BE49-F238E27FC236}">
                <a16:creationId xmlns:a16="http://schemas.microsoft.com/office/drawing/2014/main" id="{7DE9B786-8B61-461C-3972-A180A332BD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53214" y="2281767"/>
            <a:ext cx="512233" cy="512233"/>
          </a:xfrm>
          <a:prstGeom prst="rect">
            <a:avLst/>
          </a:prstGeom>
        </p:spPr>
      </p:pic>
      <p:pic>
        <p:nvPicPr>
          <p:cNvPr id="35" name="Graphic 34" descr="Man with solid fill">
            <a:extLst>
              <a:ext uri="{FF2B5EF4-FFF2-40B4-BE49-F238E27FC236}">
                <a16:creationId xmlns:a16="http://schemas.microsoft.com/office/drawing/2014/main" id="{7117328F-14D3-C958-648B-A124FC2667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26263" y="2281767"/>
            <a:ext cx="512233" cy="512233"/>
          </a:xfrm>
          <a:prstGeom prst="rect">
            <a:avLst/>
          </a:prstGeom>
        </p:spPr>
      </p:pic>
      <p:pic>
        <p:nvPicPr>
          <p:cNvPr id="36" name="Graphic 35" descr="Man with solid fill">
            <a:extLst>
              <a:ext uri="{FF2B5EF4-FFF2-40B4-BE49-F238E27FC236}">
                <a16:creationId xmlns:a16="http://schemas.microsoft.com/office/drawing/2014/main" id="{6582C64D-C916-A2BB-2F43-8A8D440D23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2534" y="2281767"/>
            <a:ext cx="512233" cy="512233"/>
          </a:xfrm>
          <a:prstGeom prst="rect">
            <a:avLst/>
          </a:prstGeom>
        </p:spPr>
      </p:pic>
      <p:pic>
        <p:nvPicPr>
          <p:cNvPr id="37" name="Graphic 36" descr="Man with solid fill">
            <a:extLst>
              <a:ext uri="{FF2B5EF4-FFF2-40B4-BE49-F238E27FC236}">
                <a16:creationId xmlns:a16="http://schemas.microsoft.com/office/drawing/2014/main" id="{265FB25A-B301-F1ED-BDF9-4636AAB2DC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2534" y="2916767"/>
            <a:ext cx="512233" cy="512233"/>
          </a:xfrm>
          <a:prstGeom prst="rect">
            <a:avLst/>
          </a:prstGeom>
        </p:spPr>
      </p:pic>
      <p:pic>
        <p:nvPicPr>
          <p:cNvPr id="38" name="Graphic 37" descr="Man with solid fill">
            <a:extLst>
              <a:ext uri="{FF2B5EF4-FFF2-40B4-BE49-F238E27FC236}">
                <a16:creationId xmlns:a16="http://schemas.microsoft.com/office/drawing/2014/main" id="{700EE68F-9B4F-515E-1422-81505D848C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26263" y="2916767"/>
            <a:ext cx="512233" cy="51223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7DB8EF3-B66A-3C2C-6A16-E6CFF511A985}"/>
              </a:ext>
            </a:extLst>
          </p:cNvPr>
          <p:cNvSpPr txBox="1"/>
          <p:nvPr/>
        </p:nvSpPr>
        <p:spPr>
          <a:xfrm>
            <a:off x="2948515" y="3802391"/>
            <a:ext cx="14318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prognosis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0C904C-AC23-06D3-7D5A-5707FD40622E}"/>
              </a:ext>
            </a:extLst>
          </p:cNvPr>
          <p:cNvSpPr txBox="1"/>
          <p:nvPr/>
        </p:nvSpPr>
        <p:spPr>
          <a:xfrm>
            <a:off x="1932164" y="3802391"/>
            <a:ext cx="14318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prognosis</a:t>
            </a:r>
          </a:p>
        </p:txBody>
      </p:sp>
      <p:pic>
        <p:nvPicPr>
          <p:cNvPr id="41" name="Graphic 40" descr="Man with solid fill">
            <a:extLst>
              <a:ext uri="{FF2B5EF4-FFF2-40B4-BE49-F238E27FC236}">
                <a16:creationId xmlns:a16="http://schemas.microsoft.com/office/drawing/2014/main" id="{13970F93-0A8A-12A7-FBC0-3F69C87F45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2713685" y="3867631"/>
            <a:ext cx="346159" cy="346159"/>
          </a:xfrm>
          <a:prstGeom prst="rect">
            <a:avLst/>
          </a:prstGeom>
        </p:spPr>
      </p:pic>
      <p:pic>
        <p:nvPicPr>
          <p:cNvPr id="42" name="Graphic 41" descr="Man with solid fill">
            <a:extLst>
              <a:ext uri="{FF2B5EF4-FFF2-40B4-BE49-F238E27FC236}">
                <a16:creationId xmlns:a16="http://schemas.microsoft.com/office/drawing/2014/main" id="{F7313148-E34F-A317-65E1-CE7F3104D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690972" y="3890922"/>
            <a:ext cx="346159" cy="346159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BCC3F64-4C08-1F5F-CFBB-400778ADA362}"/>
              </a:ext>
            </a:extLst>
          </p:cNvPr>
          <p:cNvCxnSpPr/>
          <p:nvPr/>
        </p:nvCxnSpPr>
        <p:spPr>
          <a:xfrm>
            <a:off x="508000" y="2044700"/>
            <a:ext cx="10325100" cy="0"/>
          </a:xfrm>
          <a:prstGeom prst="line">
            <a:avLst/>
          </a:prstGeom>
          <a:ln w="19050">
            <a:solidFill>
              <a:srgbClr val="1F4E7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CB8C560-F043-2EE2-C8BF-C87121289C4C}"/>
              </a:ext>
            </a:extLst>
          </p:cNvPr>
          <p:cNvSpPr txBox="1"/>
          <p:nvPr/>
        </p:nvSpPr>
        <p:spPr>
          <a:xfrm>
            <a:off x="458373" y="1018787"/>
            <a:ext cx="1431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Everolimus</a:t>
            </a:r>
            <a:endParaRPr lang="en-US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B08B0A3-182B-B0BA-5726-1F66F32CAAB7}"/>
              </a:ext>
            </a:extLst>
          </p:cNvPr>
          <p:cNvSpPr txBox="1"/>
          <p:nvPr/>
        </p:nvSpPr>
        <p:spPr>
          <a:xfrm>
            <a:off x="458373" y="2554214"/>
            <a:ext cx="1431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Placebo</a:t>
            </a:r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D4BA56C1-BB91-EEF8-E26D-63A73675BB38}"/>
              </a:ext>
            </a:extLst>
          </p:cNvPr>
          <p:cNvSpPr/>
          <p:nvPr/>
        </p:nvSpPr>
        <p:spPr>
          <a:xfrm>
            <a:off x="3831168" y="1514935"/>
            <a:ext cx="2019300" cy="1039279"/>
          </a:xfrm>
          <a:prstGeom prst="rightArrow">
            <a:avLst/>
          </a:prstGeom>
          <a:solidFill>
            <a:srgbClr val="8BB1DD"/>
          </a:solidFill>
          <a:ln>
            <a:solidFill>
              <a:srgbClr val="ADC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9BB5738-97D3-26FF-CD91-93440F6E1FB9}"/>
              </a:ext>
            </a:extLst>
          </p:cNvPr>
          <p:cNvSpPr txBox="1"/>
          <p:nvPr/>
        </p:nvSpPr>
        <p:spPr>
          <a:xfrm>
            <a:off x="3934409" y="1849908"/>
            <a:ext cx="1916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years follow-up</a:t>
            </a:r>
          </a:p>
        </p:txBody>
      </p:sp>
      <p:pic>
        <p:nvPicPr>
          <p:cNvPr id="52" name="Graphic 51" descr="Man with solid fill">
            <a:extLst>
              <a:ext uri="{FF2B5EF4-FFF2-40B4-BE49-F238E27FC236}">
                <a16:creationId xmlns:a16="http://schemas.microsoft.com/office/drawing/2014/main" id="{BF665674-D1A8-010A-712E-736CC9B332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771" y="1397670"/>
            <a:ext cx="512233" cy="512233"/>
          </a:xfrm>
          <a:prstGeom prst="rect">
            <a:avLst/>
          </a:prstGeom>
        </p:spPr>
      </p:pic>
      <p:pic>
        <p:nvPicPr>
          <p:cNvPr id="53" name="Graphic 52" descr="Man with solid fill">
            <a:extLst>
              <a:ext uri="{FF2B5EF4-FFF2-40B4-BE49-F238E27FC236}">
                <a16:creationId xmlns:a16="http://schemas.microsoft.com/office/drawing/2014/main" id="{99F2FAA0-0487-5B79-47DB-48A72CD3D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771" y="762670"/>
            <a:ext cx="512233" cy="512233"/>
          </a:xfrm>
          <a:prstGeom prst="rect">
            <a:avLst/>
          </a:prstGeom>
        </p:spPr>
      </p:pic>
      <p:pic>
        <p:nvPicPr>
          <p:cNvPr id="54" name="Graphic 53" descr="Man with solid fill">
            <a:extLst>
              <a:ext uri="{FF2B5EF4-FFF2-40B4-BE49-F238E27FC236}">
                <a16:creationId xmlns:a16="http://schemas.microsoft.com/office/drawing/2014/main" id="{13AEA4B1-1FB8-84F9-1949-E6503DE91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7722" y="762670"/>
            <a:ext cx="512233" cy="512233"/>
          </a:xfrm>
          <a:prstGeom prst="rect">
            <a:avLst/>
          </a:prstGeom>
        </p:spPr>
      </p:pic>
      <p:pic>
        <p:nvPicPr>
          <p:cNvPr id="55" name="Graphic 54" descr="Man with solid fill">
            <a:extLst>
              <a:ext uri="{FF2B5EF4-FFF2-40B4-BE49-F238E27FC236}">
                <a16:creationId xmlns:a16="http://schemas.microsoft.com/office/drawing/2014/main" id="{A1987844-FCCB-98DA-81BD-8EA786D2D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7722" y="1397670"/>
            <a:ext cx="512233" cy="512233"/>
          </a:xfrm>
          <a:prstGeom prst="rect">
            <a:avLst/>
          </a:prstGeom>
        </p:spPr>
      </p:pic>
      <p:pic>
        <p:nvPicPr>
          <p:cNvPr id="56" name="Graphic 55" descr="Man with solid fill">
            <a:extLst>
              <a:ext uri="{FF2B5EF4-FFF2-40B4-BE49-F238E27FC236}">
                <a16:creationId xmlns:a16="http://schemas.microsoft.com/office/drawing/2014/main" id="{F86D00AF-31C2-3EAE-27C7-B3C8C0BAC6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53820" y="1397670"/>
            <a:ext cx="512233" cy="512233"/>
          </a:xfrm>
          <a:prstGeom prst="rect">
            <a:avLst/>
          </a:prstGeom>
        </p:spPr>
      </p:pic>
      <p:pic>
        <p:nvPicPr>
          <p:cNvPr id="57" name="Graphic 56" descr="Man with solid fill">
            <a:extLst>
              <a:ext uri="{FF2B5EF4-FFF2-40B4-BE49-F238E27FC236}">
                <a16:creationId xmlns:a16="http://schemas.microsoft.com/office/drawing/2014/main" id="{D4B4A909-CFE2-6484-DFC4-64EA9F8E90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53820" y="762670"/>
            <a:ext cx="512233" cy="512233"/>
          </a:xfrm>
          <a:prstGeom prst="rect">
            <a:avLst/>
          </a:prstGeom>
        </p:spPr>
      </p:pic>
      <p:pic>
        <p:nvPicPr>
          <p:cNvPr id="58" name="Graphic 57" descr="Man with solid fill">
            <a:extLst>
              <a:ext uri="{FF2B5EF4-FFF2-40B4-BE49-F238E27FC236}">
                <a16:creationId xmlns:a16="http://schemas.microsoft.com/office/drawing/2014/main" id="{82A14379-7C80-5ACA-4D9D-6A33D6B71B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6869" y="762670"/>
            <a:ext cx="512233" cy="512233"/>
          </a:xfrm>
          <a:prstGeom prst="rect">
            <a:avLst/>
          </a:prstGeom>
        </p:spPr>
      </p:pic>
      <p:pic>
        <p:nvPicPr>
          <p:cNvPr id="59" name="Graphic 58" descr="Man with solid fill">
            <a:extLst>
              <a:ext uri="{FF2B5EF4-FFF2-40B4-BE49-F238E27FC236}">
                <a16:creationId xmlns:a16="http://schemas.microsoft.com/office/drawing/2014/main" id="{FBB7AFCD-9E07-2201-D35F-94A27A3106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43140" y="762670"/>
            <a:ext cx="512233" cy="512233"/>
          </a:xfrm>
          <a:prstGeom prst="rect">
            <a:avLst/>
          </a:prstGeom>
        </p:spPr>
      </p:pic>
      <p:pic>
        <p:nvPicPr>
          <p:cNvPr id="60" name="Graphic 59" descr="Man with solid fill">
            <a:extLst>
              <a:ext uri="{FF2B5EF4-FFF2-40B4-BE49-F238E27FC236}">
                <a16:creationId xmlns:a16="http://schemas.microsoft.com/office/drawing/2014/main" id="{D8524899-436C-53BB-FED3-07317B34F1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43140" y="1397670"/>
            <a:ext cx="512233" cy="512233"/>
          </a:xfrm>
          <a:prstGeom prst="rect">
            <a:avLst/>
          </a:prstGeom>
        </p:spPr>
      </p:pic>
      <p:pic>
        <p:nvPicPr>
          <p:cNvPr id="61" name="Graphic 60" descr="Man with solid fill">
            <a:extLst>
              <a:ext uri="{FF2B5EF4-FFF2-40B4-BE49-F238E27FC236}">
                <a16:creationId xmlns:a16="http://schemas.microsoft.com/office/drawing/2014/main" id="{1FF6B70E-232A-1701-B970-DBD219972A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6869" y="1397670"/>
            <a:ext cx="512233" cy="512233"/>
          </a:xfrm>
          <a:prstGeom prst="rect">
            <a:avLst/>
          </a:prstGeom>
        </p:spPr>
      </p:pic>
      <p:pic>
        <p:nvPicPr>
          <p:cNvPr id="62" name="Graphic 61" descr="Man with solid fill">
            <a:extLst>
              <a:ext uri="{FF2B5EF4-FFF2-40B4-BE49-F238E27FC236}">
                <a16:creationId xmlns:a16="http://schemas.microsoft.com/office/drawing/2014/main" id="{E83C0537-53CD-C198-60E1-E032CBA338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97703" y="2955538"/>
            <a:ext cx="512233" cy="512233"/>
          </a:xfrm>
          <a:prstGeom prst="rect">
            <a:avLst/>
          </a:prstGeom>
        </p:spPr>
      </p:pic>
      <p:pic>
        <p:nvPicPr>
          <p:cNvPr id="63" name="Graphic 62" descr="Man with solid fill">
            <a:extLst>
              <a:ext uri="{FF2B5EF4-FFF2-40B4-BE49-F238E27FC236}">
                <a16:creationId xmlns:a16="http://schemas.microsoft.com/office/drawing/2014/main" id="{3A5A4F1F-3108-EC36-BBFD-25CEC8767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97703" y="2320538"/>
            <a:ext cx="512233" cy="512233"/>
          </a:xfrm>
          <a:prstGeom prst="rect">
            <a:avLst/>
          </a:prstGeom>
        </p:spPr>
      </p:pic>
      <p:pic>
        <p:nvPicPr>
          <p:cNvPr id="64" name="Graphic 63" descr="Man with solid fill">
            <a:extLst>
              <a:ext uri="{FF2B5EF4-FFF2-40B4-BE49-F238E27FC236}">
                <a16:creationId xmlns:a16="http://schemas.microsoft.com/office/drawing/2014/main" id="{A993B4D8-E0F9-B3D4-6C9C-5CEA83F398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4654" y="2320538"/>
            <a:ext cx="512233" cy="512233"/>
          </a:xfrm>
          <a:prstGeom prst="rect">
            <a:avLst/>
          </a:prstGeom>
        </p:spPr>
      </p:pic>
      <p:pic>
        <p:nvPicPr>
          <p:cNvPr id="65" name="Graphic 64" descr="Man with solid fill">
            <a:extLst>
              <a:ext uri="{FF2B5EF4-FFF2-40B4-BE49-F238E27FC236}">
                <a16:creationId xmlns:a16="http://schemas.microsoft.com/office/drawing/2014/main" id="{F9FB8B5C-F225-5861-4E53-22D24636F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4654" y="2955538"/>
            <a:ext cx="512233" cy="512233"/>
          </a:xfrm>
          <a:prstGeom prst="rect">
            <a:avLst/>
          </a:prstGeom>
        </p:spPr>
      </p:pic>
      <p:pic>
        <p:nvPicPr>
          <p:cNvPr id="66" name="Graphic 65" descr="Man with solid fill">
            <a:extLst>
              <a:ext uri="{FF2B5EF4-FFF2-40B4-BE49-F238E27FC236}">
                <a16:creationId xmlns:a16="http://schemas.microsoft.com/office/drawing/2014/main" id="{6E3AAB92-7C0D-19D9-23B8-53684EF5AB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70752" y="2955538"/>
            <a:ext cx="512233" cy="512233"/>
          </a:xfrm>
          <a:prstGeom prst="rect">
            <a:avLst/>
          </a:prstGeom>
        </p:spPr>
      </p:pic>
      <p:pic>
        <p:nvPicPr>
          <p:cNvPr id="67" name="Graphic 66" descr="Man with solid fill">
            <a:extLst>
              <a:ext uri="{FF2B5EF4-FFF2-40B4-BE49-F238E27FC236}">
                <a16:creationId xmlns:a16="http://schemas.microsoft.com/office/drawing/2014/main" id="{5DC75460-8B5D-5961-3BCF-129926FB82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70752" y="2320538"/>
            <a:ext cx="512233" cy="512233"/>
          </a:xfrm>
          <a:prstGeom prst="rect">
            <a:avLst/>
          </a:prstGeom>
        </p:spPr>
      </p:pic>
      <p:pic>
        <p:nvPicPr>
          <p:cNvPr id="68" name="Graphic 67" descr="Man with solid fill">
            <a:extLst>
              <a:ext uri="{FF2B5EF4-FFF2-40B4-BE49-F238E27FC236}">
                <a16:creationId xmlns:a16="http://schemas.microsoft.com/office/drawing/2014/main" id="{70CCEB62-710A-54CB-8134-83860E6B39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43801" y="2320538"/>
            <a:ext cx="512233" cy="512233"/>
          </a:xfrm>
          <a:prstGeom prst="rect">
            <a:avLst/>
          </a:prstGeom>
        </p:spPr>
      </p:pic>
      <p:pic>
        <p:nvPicPr>
          <p:cNvPr id="69" name="Graphic 68" descr="Man with solid fill">
            <a:extLst>
              <a:ext uri="{FF2B5EF4-FFF2-40B4-BE49-F238E27FC236}">
                <a16:creationId xmlns:a16="http://schemas.microsoft.com/office/drawing/2014/main" id="{FCDB4366-6D23-4766-0A31-6EEB432D45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0072" y="2320538"/>
            <a:ext cx="512233" cy="512233"/>
          </a:xfrm>
          <a:prstGeom prst="rect">
            <a:avLst/>
          </a:prstGeom>
        </p:spPr>
      </p:pic>
      <p:pic>
        <p:nvPicPr>
          <p:cNvPr id="70" name="Graphic 69" descr="Man with solid fill">
            <a:extLst>
              <a:ext uri="{FF2B5EF4-FFF2-40B4-BE49-F238E27FC236}">
                <a16:creationId xmlns:a16="http://schemas.microsoft.com/office/drawing/2014/main" id="{9F537A62-2278-A1F5-9FE0-B7F8B0B8B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0072" y="2955538"/>
            <a:ext cx="512233" cy="512233"/>
          </a:xfrm>
          <a:prstGeom prst="rect">
            <a:avLst/>
          </a:prstGeom>
        </p:spPr>
      </p:pic>
      <p:pic>
        <p:nvPicPr>
          <p:cNvPr id="71" name="Graphic 70" descr="Man with solid fill">
            <a:extLst>
              <a:ext uri="{FF2B5EF4-FFF2-40B4-BE49-F238E27FC236}">
                <a16:creationId xmlns:a16="http://schemas.microsoft.com/office/drawing/2014/main" id="{9F81F064-6F00-E97A-5B3C-98B117B3CA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43801" y="2955538"/>
            <a:ext cx="512233" cy="512233"/>
          </a:xfrm>
          <a:prstGeom prst="rect">
            <a:avLst/>
          </a:prstGeom>
        </p:spPr>
      </p:pic>
      <p:sp>
        <p:nvSpPr>
          <p:cNvPr id="72" name="Oval 71">
            <a:extLst>
              <a:ext uri="{FF2B5EF4-FFF2-40B4-BE49-F238E27FC236}">
                <a16:creationId xmlns:a16="http://schemas.microsoft.com/office/drawing/2014/main" id="{75133746-179E-1E8C-107F-A91D4C4EDA90}"/>
              </a:ext>
            </a:extLst>
          </p:cNvPr>
          <p:cNvSpPr/>
          <p:nvPr/>
        </p:nvSpPr>
        <p:spPr>
          <a:xfrm>
            <a:off x="6584958" y="919544"/>
            <a:ext cx="177798" cy="177798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ADEE9E4-18B1-A184-83A7-1FDD9AC0D100}"/>
              </a:ext>
            </a:extLst>
          </p:cNvPr>
          <p:cNvSpPr/>
          <p:nvPr/>
        </p:nvSpPr>
        <p:spPr>
          <a:xfrm>
            <a:off x="7440616" y="919544"/>
            <a:ext cx="177798" cy="177798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7EE4E2B1-7B77-3FE6-BD74-AEFB94A7C306}"/>
              </a:ext>
            </a:extLst>
          </p:cNvPr>
          <p:cNvSpPr/>
          <p:nvPr/>
        </p:nvSpPr>
        <p:spPr>
          <a:xfrm>
            <a:off x="7694086" y="919544"/>
            <a:ext cx="177798" cy="177798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1A1499A1-8CFB-9D21-9BF4-6C071AB1576B}"/>
              </a:ext>
            </a:extLst>
          </p:cNvPr>
          <p:cNvSpPr/>
          <p:nvPr/>
        </p:nvSpPr>
        <p:spPr>
          <a:xfrm>
            <a:off x="7440616" y="1535187"/>
            <a:ext cx="177798" cy="177798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A62C7C07-86F6-9623-8410-326951AE77AF}"/>
              </a:ext>
            </a:extLst>
          </p:cNvPr>
          <p:cNvSpPr/>
          <p:nvPr/>
        </p:nvSpPr>
        <p:spPr>
          <a:xfrm>
            <a:off x="6584958" y="2470082"/>
            <a:ext cx="177798" cy="177798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ADF74D12-2982-9A63-A35F-E72F3552B8A7}"/>
              </a:ext>
            </a:extLst>
          </p:cNvPr>
          <p:cNvSpPr/>
          <p:nvPr/>
        </p:nvSpPr>
        <p:spPr>
          <a:xfrm>
            <a:off x="7440616" y="2470082"/>
            <a:ext cx="177798" cy="177798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88C4D2DE-E741-0783-539A-4957A67B6CE4}"/>
              </a:ext>
            </a:extLst>
          </p:cNvPr>
          <p:cNvSpPr/>
          <p:nvPr/>
        </p:nvSpPr>
        <p:spPr>
          <a:xfrm>
            <a:off x="7694086" y="2470082"/>
            <a:ext cx="177798" cy="177798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DDE47CDE-A4B9-C283-52D8-865736E81D36}"/>
              </a:ext>
            </a:extLst>
          </p:cNvPr>
          <p:cNvSpPr/>
          <p:nvPr/>
        </p:nvSpPr>
        <p:spPr>
          <a:xfrm>
            <a:off x="7440616" y="3085725"/>
            <a:ext cx="177798" cy="177798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AE2586E-2A2E-86FF-716C-DA3EAB9AF735}"/>
              </a:ext>
            </a:extLst>
          </p:cNvPr>
          <p:cNvSpPr txBox="1"/>
          <p:nvPr/>
        </p:nvSpPr>
        <p:spPr>
          <a:xfrm>
            <a:off x="8056034" y="392666"/>
            <a:ext cx="2881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2-year survival probability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906438D-A63D-F255-386F-735F20617C9D}"/>
              </a:ext>
            </a:extLst>
          </p:cNvPr>
          <p:cNvSpPr txBox="1"/>
          <p:nvPr/>
        </p:nvSpPr>
        <p:spPr>
          <a:xfrm>
            <a:off x="8042008" y="1126220"/>
            <a:ext cx="2881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KM estimate = 80%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8948BE4-853C-4F00-601B-A3324C08DC86}"/>
              </a:ext>
            </a:extLst>
          </p:cNvPr>
          <p:cNvSpPr txBox="1"/>
          <p:nvPr/>
        </p:nvSpPr>
        <p:spPr>
          <a:xfrm>
            <a:off x="8042008" y="2679700"/>
            <a:ext cx="2881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6/10 = 60%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5143676-97DF-31ED-AA17-E9733E464E95}"/>
              </a:ext>
            </a:extLst>
          </p:cNvPr>
          <p:cNvCxnSpPr>
            <a:cxnSpLocks/>
          </p:cNvCxnSpPr>
          <p:nvPr/>
        </p:nvCxnSpPr>
        <p:spPr>
          <a:xfrm>
            <a:off x="7270752" y="546100"/>
            <a:ext cx="423334" cy="81279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2D4295A-CBFF-4683-19FF-1022D5534206}"/>
              </a:ext>
            </a:extLst>
          </p:cNvPr>
          <p:cNvCxnSpPr>
            <a:cxnSpLocks/>
          </p:cNvCxnSpPr>
          <p:nvPr/>
        </p:nvCxnSpPr>
        <p:spPr>
          <a:xfrm>
            <a:off x="7537454" y="546100"/>
            <a:ext cx="423334" cy="81279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FFFF3F77-6147-5E80-3101-A78107E6E0A4}"/>
              </a:ext>
            </a:extLst>
          </p:cNvPr>
          <p:cNvSpPr/>
          <p:nvPr/>
        </p:nvSpPr>
        <p:spPr>
          <a:xfrm>
            <a:off x="6584958" y="3951811"/>
            <a:ext cx="177798" cy="177798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534535-E844-9C86-C696-06C7130FDF67}"/>
              </a:ext>
            </a:extLst>
          </p:cNvPr>
          <p:cNvSpPr txBox="1"/>
          <p:nvPr/>
        </p:nvSpPr>
        <p:spPr>
          <a:xfrm>
            <a:off x="6810962" y="3890922"/>
            <a:ext cx="1431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Death</a:t>
            </a:r>
          </a:p>
        </p:txBody>
      </p:sp>
    </p:spTree>
    <p:extLst>
      <p:ext uri="{BB962C8B-B14F-4D97-AF65-F5344CB8AC3E}">
        <p14:creationId xmlns:p14="http://schemas.microsoft.com/office/powerpoint/2010/main" val="63665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Content Placeholder 17" descr="A graph of a drug exposure&#10;&#10;AI-generated content may be incorrect.">
            <a:extLst>
              <a:ext uri="{FF2B5EF4-FFF2-40B4-BE49-F238E27FC236}">
                <a16:creationId xmlns:a16="http://schemas.microsoft.com/office/drawing/2014/main" id="{74F9956F-2DDD-AB05-23B9-8F807DE410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743" y="1503150"/>
            <a:ext cx="7239435" cy="4029764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552D8B-C105-840B-3673-BA700E180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9E6BF8-DB64-4A64-37A7-643E5AB0D9FA}"/>
              </a:ext>
            </a:extLst>
          </p:cNvPr>
          <p:cNvSpPr txBox="1"/>
          <p:nvPr/>
        </p:nvSpPr>
        <p:spPr>
          <a:xfrm>
            <a:off x="2090059" y="2906486"/>
            <a:ext cx="51163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30%</a:t>
            </a:r>
            <a:endParaRPr lang="nl-NL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1E5031-2651-3163-3914-7E871D3C53DC}"/>
              </a:ext>
            </a:extLst>
          </p:cNvPr>
          <p:cNvSpPr txBox="1"/>
          <p:nvPr/>
        </p:nvSpPr>
        <p:spPr>
          <a:xfrm>
            <a:off x="5496339" y="2939144"/>
            <a:ext cx="51163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30%</a:t>
            </a:r>
            <a:endParaRPr lang="nl-NL" sz="14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FBBA2C1-1902-4EB7-AA1E-86FD6CAB070D}"/>
              </a:ext>
            </a:extLst>
          </p:cNvPr>
          <p:cNvCxnSpPr/>
          <p:nvPr/>
        </p:nvCxnSpPr>
        <p:spPr>
          <a:xfrm>
            <a:off x="2601689" y="3214263"/>
            <a:ext cx="1469568" cy="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E0F240B-9194-A879-DCFB-EF34969DD82C}"/>
              </a:ext>
            </a:extLst>
          </p:cNvPr>
          <p:cNvCxnSpPr>
            <a:cxnSpLocks/>
          </p:cNvCxnSpPr>
          <p:nvPr/>
        </p:nvCxnSpPr>
        <p:spPr>
          <a:xfrm flipV="1">
            <a:off x="4071257" y="3214263"/>
            <a:ext cx="0" cy="1608108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0AD1A8E-9814-AB7C-44A9-F75801CD89F7}"/>
              </a:ext>
            </a:extLst>
          </p:cNvPr>
          <p:cNvSpPr txBox="1"/>
          <p:nvPr/>
        </p:nvSpPr>
        <p:spPr>
          <a:xfrm>
            <a:off x="4097999" y="4514594"/>
            <a:ext cx="6857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MTD</a:t>
            </a:r>
            <a:endParaRPr lang="nl-NL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050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Content Placeholder 17" descr="A graph of a drug exposure&#10;&#10;AI-generated content may be incorrect.">
            <a:extLst>
              <a:ext uri="{FF2B5EF4-FFF2-40B4-BE49-F238E27FC236}">
                <a16:creationId xmlns:a16="http://schemas.microsoft.com/office/drawing/2014/main" id="{74F9956F-2DDD-AB05-23B9-8F807DE410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743" y="1503150"/>
            <a:ext cx="7239435" cy="4029764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552D8B-C105-840B-3673-BA700E180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9E6BF8-DB64-4A64-37A7-643E5AB0D9FA}"/>
              </a:ext>
            </a:extLst>
          </p:cNvPr>
          <p:cNvSpPr txBox="1"/>
          <p:nvPr/>
        </p:nvSpPr>
        <p:spPr>
          <a:xfrm>
            <a:off x="2090059" y="2906486"/>
            <a:ext cx="51163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30%</a:t>
            </a:r>
            <a:endParaRPr lang="nl-NL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1E5031-2651-3163-3914-7E871D3C53DC}"/>
              </a:ext>
            </a:extLst>
          </p:cNvPr>
          <p:cNvSpPr txBox="1"/>
          <p:nvPr/>
        </p:nvSpPr>
        <p:spPr>
          <a:xfrm>
            <a:off x="5496339" y="2939144"/>
            <a:ext cx="51163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30%</a:t>
            </a:r>
            <a:endParaRPr lang="nl-NL" sz="14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FBBA2C1-1902-4EB7-AA1E-86FD6CAB070D}"/>
              </a:ext>
            </a:extLst>
          </p:cNvPr>
          <p:cNvCxnSpPr/>
          <p:nvPr/>
        </p:nvCxnSpPr>
        <p:spPr>
          <a:xfrm>
            <a:off x="2601689" y="3214263"/>
            <a:ext cx="1469568" cy="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E0F240B-9194-A879-DCFB-EF34969DD82C}"/>
              </a:ext>
            </a:extLst>
          </p:cNvPr>
          <p:cNvCxnSpPr>
            <a:cxnSpLocks/>
          </p:cNvCxnSpPr>
          <p:nvPr/>
        </p:nvCxnSpPr>
        <p:spPr>
          <a:xfrm flipV="1">
            <a:off x="4071257" y="3214263"/>
            <a:ext cx="0" cy="1608108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0AD1A8E-9814-AB7C-44A9-F75801CD89F7}"/>
              </a:ext>
            </a:extLst>
          </p:cNvPr>
          <p:cNvSpPr txBox="1"/>
          <p:nvPr/>
        </p:nvSpPr>
        <p:spPr>
          <a:xfrm>
            <a:off x="4097999" y="4514594"/>
            <a:ext cx="6857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MTD</a:t>
            </a:r>
            <a:endParaRPr lang="nl-NL" sz="1600" b="1" dirty="0">
              <a:solidFill>
                <a:srgbClr val="FF0000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D43FEE5-477E-430B-80E5-7FEFA481887D}"/>
              </a:ext>
            </a:extLst>
          </p:cNvPr>
          <p:cNvCxnSpPr>
            <a:cxnSpLocks/>
          </p:cNvCxnSpPr>
          <p:nvPr/>
        </p:nvCxnSpPr>
        <p:spPr>
          <a:xfrm>
            <a:off x="5910946" y="3878291"/>
            <a:ext cx="979711" cy="0"/>
          </a:xfrm>
          <a:prstGeom prst="line">
            <a:avLst/>
          </a:prstGeom>
          <a:ln w="1905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F46A6DF-E1B6-D522-A661-C0C6825F7BEB}"/>
              </a:ext>
            </a:extLst>
          </p:cNvPr>
          <p:cNvCxnSpPr>
            <a:cxnSpLocks/>
          </p:cNvCxnSpPr>
          <p:nvPr/>
        </p:nvCxnSpPr>
        <p:spPr>
          <a:xfrm flipV="1">
            <a:off x="6890657" y="3878291"/>
            <a:ext cx="0" cy="974857"/>
          </a:xfrm>
          <a:prstGeom prst="line">
            <a:avLst/>
          </a:prstGeom>
          <a:ln w="1905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2FD22CA-C540-4D4D-A942-BCB8ECF3AD3B}"/>
              </a:ext>
            </a:extLst>
          </p:cNvPr>
          <p:cNvSpPr txBox="1"/>
          <p:nvPr/>
        </p:nvSpPr>
        <p:spPr>
          <a:xfrm>
            <a:off x="6862969" y="4536326"/>
            <a:ext cx="6857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</a:rPr>
              <a:t>OBD</a:t>
            </a:r>
            <a:endParaRPr lang="nl-NL" sz="16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6776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4406</TotalTime>
  <Words>54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Long, Y. (MSTAT)</dc:creator>
  <cp:lastModifiedBy>Long, Y. (MSTAT)</cp:lastModifiedBy>
  <cp:revision>2</cp:revision>
  <dcterms:created xsi:type="dcterms:W3CDTF">2024-10-01T12:55:32Z</dcterms:created>
  <dcterms:modified xsi:type="dcterms:W3CDTF">2025-10-05T15:53:04Z</dcterms:modified>
</cp:coreProperties>
</file>